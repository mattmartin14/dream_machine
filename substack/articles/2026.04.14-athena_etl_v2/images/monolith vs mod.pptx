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7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2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3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4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24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50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28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5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96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9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87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91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24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91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60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54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1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A7EE960-3619-2340-9C93-A503263038A1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BBC91B0-27CD-8C4A-97C2-0D8EAA52F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934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82468-F366-F14E-940B-E8933A61D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1075" y="1486647"/>
            <a:ext cx="3451761" cy="890650"/>
          </a:xfrm>
        </p:spPr>
        <p:txBody>
          <a:bodyPr>
            <a:normAutofit/>
          </a:bodyPr>
          <a:lstStyle/>
          <a:p>
            <a:r>
              <a:rPr lang="en-US" sz="2400" b="1" dirty="0"/>
              <a:t>Monolith Script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B9A0-6BA9-5263-C989-FEB61E135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701" y="1670232"/>
            <a:ext cx="3349830" cy="502951"/>
          </a:xfrm>
        </p:spPr>
        <p:txBody>
          <a:bodyPr/>
          <a:lstStyle/>
          <a:p>
            <a:r>
              <a:rPr lang="en-US" b="1" dirty="0"/>
              <a:t>Modular Approach</a:t>
            </a:r>
          </a:p>
        </p:txBody>
      </p:sp>
      <p:sp>
        <p:nvSpPr>
          <p:cNvPr id="4" name="Folded Corner 3">
            <a:extLst>
              <a:ext uri="{FF2B5EF4-FFF2-40B4-BE49-F238E27FC236}">
                <a16:creationId xmlns:a16="http://schemas.microsoft.com/office/drawing/2014/main" id="{8FBE236E-574F-5AD1-865B-0125913C6CA9}"/>
              </a:ext>
            </a:extLst>
          </p:cNvPr>
          <p:cNvSpPr/>
          <p:nvPr/>
        </p:nvSpPr>
        <p:spPr>
          <a:xfrm>
            <a:off x="1282536" y="2541320"/>
            <a:ext cx="3348841" cy="1377538"/>
          </a:xfrm>
          <a:prstGeom prst="foldedCorne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6563F-77FE-7756-2515-B503AD5EF8C4}"/>
              </a:ext>
            </a:extLst>
          </p:cNvPr>
          <p:cNvSpPr txBox="1"/>
          <p:nvPr/>
        </p:nvSpPr>
        <p:spPr>
          <a:xfrm>
            <a:off x="1333995" y="2775834"/>
            <a:ext cx="33488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Athena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SQL 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SQL Statements</a:t>
            </a:r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7F9A028D-0615-59E9-26DD-036A109694B9}"/>
              </a:ext>
            </a:extLst>
          </p:cNvPr>
          <p:cNvSpPr/>
          <p:nvPr/>
        </p:nvSpPr>
        <p:spPr>
          <a:xfrm>
            <a:off x="6743207" y="2541319"/>
            <a:ext cx="2092035" cy="1163782"/>
          </a:xfrm>
          <a:prstGeom prst="foldedCorner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40DFE-FB6E-7297-69A7-858F28747ED9}"/>
              </a:ext>
            </a:extLst>
          </p:cNvPr>
          <p:cNvSpPr txBox="1"/>
          <p:nvPr/>
        </p:nvSpPr>
        <p:spPr>
          <a:xfrm>
            <a:off x="6885710" y="2620258"/>
            <a:ext cx="1676399" cy="92333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Athena Functions Lib</a:t>
            </a:r>
          </a:p>
        </p:txBody>
      </p:sp>
      <p:sp>
        <p:nvSpPr>
          <p:cNvPr id="8" name="Folded Corner 7">
            <a:extLst>
              <a:ext uri="{FF2B5EF4-FFF2-40B4-BE49-F238E27FC236}">
                <a16:creationId xmlns:a16="http://schemas.microsoft.com/office/drawing/2014/main" id="{5A513F68-059A-49FD-ABB3-6252FB664D77}"/>
              </a:ext>
            </a:extLst>
          </p:cNvPr>
          <p:cNvSpPr/>
          <p:nvPr/>
        </p:nvSpPr>
        <p:spPr>
          <a:xfrm>
            <a:off x="9199420" y="2541319"/>
            <a:ext cx="2092035" cy="736271"/>
          </a:xfrm>
          <a:prstGeom prst="foldedCorner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1DF824-83F8-A459-B951-69B5E19E8DD2}"/>
              </a:ext>
            </a:extLst>
          </p:cNvPr>
          <p:cNvSpPr txBox="1"/>
          <p:nvPr/>
        </p:nvSpPr>
        <p:spPr>
          <a:xfrm>
            <a:off x="9334005" y="2661545"/>
            <a:ext cx="1676399" cy="36933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 Files</a:t>
            </a:r>
          </a:p>
        </p:txBody>
      </p:sp>
      <p:sp>
        <p:nvSpPr>
          <p:cNvPr id="10" name="Folded Corner 9">
            <a:extLst>
              <a:ext uri="{FF2B5EF4-FFF2-40B4-BE49-F238E27FC236}">
                <a16:creationId xmlns:a16="http://schemas.microsoft.com/office/drawing/2014/main" id="{1491DD26-9D23-351D-12D9-ADA196FE6DD5}"/>
              </a:ext>
            </a:extLst>
          </p:cNvPr>
          <p:cNvSpPr/>
          <p:nvPr/>
        </p:nvSpPr>
        <p:spPr>
          <a:xfrm>
            <a:off x="8287987" y="4120738"/>
            <a:ext cx="2092035" cy="950026"/>
          </a:xfrm>
          <a:prstGeom prst="foldedCorner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D58CF2-F38D-0BA6-FF9D-17C23952CC07}"/>
              </a:ext>
            </a:extLst>
          </p:cNvPr>
          <p:cNvSpPr txBox="1"/>
          <p:nvPr/>
        </p:nvSpPr>
        <p:spPr>
          <a:xfrm>
            <a:off x="8430490" y="4199677"/>
            <a:ext cx="1676399" cy="64633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 ETL Script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71DEE-FE39-3418-AC55-5D30678B49A0}"/>
              </a:ext>
            </a:extLst>
          </p:cNvPr>
          <p:cNvCxnSpPr/>
          <p:nvPr/>
        </p:nvCxnSpPr>
        <p:spPr>
          <a:xfrm>
            <a:off x="8134597" y="3705101"/>
            <a:ext cx="427512" cy="41563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EAA4B1-FC63-59AB-7BF8-D5C01991EE6B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9524010" y="3277590"/>
            <a:ext cx="721428" cy="84314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5652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21</TotalTime>
  <Words>22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Mesh</vt:lpstr>
      <vt:lpstr>Monolith Script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Martin</dc:creator>
  <cp:lastModifiedBy>Matt Martin</cp:lastModifiedBy>
  <cp:revision>1</cp:revision>
  <dcterms:created xsi:type="dcterms:W3CDTF">2026-04-13T11:57:01Z</dcterms:created>
  <dcterms:modified xsi:type="dcterms:W3CDTF">2026-04-13T12:18:21Z</dcterms:modified>
</cp:coreProperties>
</file>